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DA09-4161-4092-BF79-3C8A359D41D8}" type="datetimeFigureOut">
              <a:rPr lang="en-US" smtClean="0"/>
              <a:t>2/5/2017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B5F-87A4-4DBD-AB95-B0F77F7A1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96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DA09-4161-4092-BF79-3C8A359D41D8}" type="datetimeFigureOut">
              <a:rPr lang="en-US" smtClean="0"/>
              <a:t>2/5/2017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B5F-87A4-4DBD-AB95-B0F77F7A1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3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DA09-4161-4092-BF79-3C8A359D41D8}" type="datetimeFigureOut">
              <a:rPr lang="en-US" smtClean="0"/>
              <a:t>2/5/2017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B5F-87A4-4DBD-AB95-B0F77F7A1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99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DA09-4161-4092-BF79-3C8A359D41D8}" type="datetimeFigureOut">
              <a:rPr lang="en-US" smtClean="0"/>
              <a:t>2/5/2017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B5F-87A4-4DBD-AB95-B0F77F7A1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10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DA09-4161-4092-BF79-3C8A359D41D8}" type="datetimeFigureOut">
              <a:rPr lang="en-US" smtClean="0"/>
              <a:t>2/5/2017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B5F-87A4-4DBD-AB95-B0F77F7A1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35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DA09-4161-4092-BF79-3C8A359D41D8}" type="datetimeFigureOut">
              <a:rPr lang="en-US" smtClean="0"/>
              <a:t>2/5/2017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B5F-87A4-4DBD-AB95-B0F77F7A1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77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DA09-4161-4092-BF79-3C8A359D41D8}" type="datetimeFigureOut">
              <a:rPr lang="en-US" smtClean="0"/>
              <a:t>2/5/2017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B5F-87A4-4DBD-AB95-B0F77F7A1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3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DA09-4161-4092-BF79-3C8A359D41D8}" type="datetimeFigureOut">
              <a:rPr lang="en-US" smtClean="0"/>
              <a:t>2/5/2017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B5F-87A4-4DBD-AB95-B0F77F7A1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64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DA09-4161-4092-BF79-3C8A359D41D8}" type="datetimeFigureOut">
              <a:rPr lang="en-US" smtClean="0"/>
              <a:t>2/5/2017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B5F-87A4-4DBD-AB95-B0F77F7A1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8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DA09-4161-4092-BF79-3C8A359D41D8}" type="datetimeFigureOut">
              <a:rPr lang="en-US" smtClean="0"/>
              <a:t>2/5/2017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B5F-87A4-4DBD-AB95-B0F77F7A1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41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CDA09-4161-4092-BF79-3C8A359D41D8}" type="datetimeFigureOut">
              <a:rPr lang="en-US" smtClean="0"/>
              <a:t>2/5/2017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B5F-87A4-4DBD-AB95-B0F77F7A1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72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CDA09-4161-4092-BF79-3C8A359D41D8}" type="datetimeFigureOut">
              <a:rPr lang="en-US" smtClean="0"/>
              <a:t>2/5/2017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3EB5F-87A4-4DBD-AB95-B0F77F7A1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18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81397" y="410273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smtClean="0"/>
              <a:t>&gt;&gt; clear</a:t>
            </a:r>
          </a:p>
          <a:p>
            <a:r>
              <a:rPr lang="en-US" sz="1200" dirty="0" smtClean="0"/>
              <a:t>&gt;&gt; load('AL_Data_5122.mat')</a:t>
            </a:r>
          </a:p>
          <a:p>
            <a:r>
              <a:rPr lang="en-US" sz="1200" dirty="0" smtClean="0"/>
              <a:t>&gt;&gt; who</a:t>
            </a:r>
          </a:p>
          <a:p>
            <a:endParaRPr lang="en-US" sz="1200" dirty="0" smtClean="0"/>
          </a:p>
          <a:p>
            <a:r>
              <a:rPr lang="en-US" sz="1200" dirty="0" smtClean="0"/>
              <a:t>Your variables are:</a:t>
            </a:r>
          </a:p>
          <a:p>
            <a:endParaRPr lang="en-US" sz="1200" dirty="0" smtClean="0"/>
          </a:p>
          <a:p>
            <a:r>
              <a:rPr lang="en-US" sz="1200" dirty="0" smtClean="0"/>
              <a:t>Drink_Diary_Data_5122_A  </a:t>
            </a:r>
          </a:p>
          <a:p>
            <a:endParaRPr lang="en-US" sz="1200" dirty="0" smtClean="0"/>
          </a:p>
          <a:p>
            <a:r>
              <a:rPr lang="en-US" sz="1200" dirty="0" smtClean="0"/>
              <a:t>&gt;&gt; Drink_Diary_Data_5122_A</a:t>
            </a:r>
          </a:p>
          <a:p>
            <a:endParaRPr lang="en-US" sz="1200" dirty="0" smtClean="0"/>
          </a:p>
          <a:p>
            <a:r>
              <a:rPr lang="en-US" sz="1200" dirty="0" smtClean="0"/>
              <a:t>Drink_Diary_Data_5122_A = </a:t>
            </a:r>
          </a:p>
          <a:p>
            <a:endParaRPr lang="en-US" sz="1200" dirty="0" smtClean="0"/>
          </a:p>
          <a:p>
            <a:r>
              <a:rPr lang="en-US" sz="1200" dirty="0" smtClean="0"/>
              <a:t>1x11 </a:t>
            </a:r>
            <a:r>
              <a:rPr lang="en-US" sz="1200" dirty="0" err="1" smtClean="0"/>
              <a:t>struct</a:t>
            </a:r>
            <a:r>
              <a:rPr lang="en-US" sz="1200" dirty="0" smtClean="0"/>
              <a:t> array with fields:</a:t>
            </a:r>
          </a:p>
          <a:p>
            <a:endParaRPr lang="en-US" sz="1200" dirty="0" smtClean="0"/>
          </a:p>
          <a:p>
            <a:r>
              <a:rPr lang="en-US" sz="1200" dirty="0" smtClean="0"/>
              <a:t>    </a:t>
            </a:r>
            <a:r>
              <a:rPr lang="en-US" sz="1200" dirty="0" err="1" smtClean="0"/>
              <a:t>t_Drink</a:t>
            </a:r>
            <a:endParaRPr lang="en-US" sz="1200" dirty="0" smtClean="0"/>
          </a:p>
          <a:p>
            <a:r>
              <a:rPr lang="en-US" sz="1200" dirty="0" smtClean="0"/>
              <a:t>    </a:t>
            </a:r>
            <a:r>
              <a:rPr lang="en-US" sz="1200" dirty="0" err="1" smtClean="0"/>
              <a:t>data_Drink</a:t>
            </a:r>
            <a:endParaRPr lang="en-US" sz="1200" dirty="0" smtClean="0"/>
          </a:p>
          <a:p>
            <a:r>
              <a:rPr lang="en-US" sz="1200" dirty="0" smtClean="0"/>
              <a:t>    </a:t>
            </a:r>
            <a:r>
              <a:rPr lang="en-US" sz="1200" dirty="0" err="1" smtClean="0"/>
              <a:t>t_BrAC</a:t>
            </a:r>
            <a:endParaRPr lang="en-US" sz="1200" dirty="0" smtClean="0"/>
          </a:p>
          <a:p>
            <a:r>
              <a:rPr lang="en-US" sz="1200" dirty="0" smtClean="0"/>
              <a:t>    </a:t>
            </a:r>
            <a:r>
              <a:rPr lang="en-US" sz="1200" dirty="0" err="1" smtClean="0"/>
              <a:t>data_BrAC</a:t>
            </a:r>
            <a:endParaRPr lang="en-US" sz="1200" dirty="0" smtClean="0"/>
          </a:p>
          <a:p>
            <a:r>
              <a:rPr lang="en-US" sz="1200" dirty="0" smtClean="0"/>
              <a:t>    </a:t>
            </a:r>
            <a:r>
              <a:rPr lang="en-US" sz="1200" dirty="0" err="1" smtClean="0"/>
              <a:t>T_Opt</a:t>
            </a:r>
            <a:endParaRPr lang="en-US" sz="1200" dirty="0" smtClean="0"/>
          </a:p>
          <a:p>
            <a:r>
              <a:rPr lang="en-US" sz="1200" dirty="0" smtClean="0"/>
              <a:t>    </a:t>
            </a:r>
            <a:r>
              <a:rPr lang="en-US" sz="1200" dirty="0" err="1" smtClean="0"/>
              <a:t>T_Sim</a:t>
            </a:r>
            <a:endParaRPr lang="en-US" sz="1200" dirty="0" smtClean="0"/>
          </a:p>
          <a:p>
            <a:r>
              <a:rPr lang="en-US" sz="1200" dirty="0" smtClean="0"/>
              <a:t>    </a:t>
            </a:r>
            <a:r>
              <a:rPr lang="en-US" sz="1200" dirty="0" err="1" smtClean="0"/>
              <a:t>t_TAC</a:t>
            </a:r>
            <a:endParaRPr lang="en-US" sz="1200" dirty="0" smtClean="0"/>
          </a:p>
          <a:p>
            <a:r>
              <a:rPr lang="en-US" sz="1200" dirty="0" smtClean="0"/>
              <a:t>    </a:t>
            </a:r>
            <a:r>
              <a:rPr lang="en-US" sz="1200" dirty="0" err="1" smtClean="0"/>
              <a:t>data_TAC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&gt;&gt; BrAC_1=[Drink_Diary_Data_5122_A(1).t_BrAC',Drink_Diary_Data_5122_A(1).</a:t>
            </a:r>
            <a:r>
              <a:rPr lang="en-US" sz="1200" dirty="0" err="1" smtClean="0"/>
              <a:t>data_BrAC</a:t>
            </a:r>
            <a:r>
              <a:rPr lang="en-US" sz="1200" dirty="0" smtClean="0"/>
              <a:t>];</a:t>
            </a:r>
          </a:p>
          <a:p>
            <a:r>
              <a:rPr lang="en-US" sz="1200" dirty="0" smtClean="0"/>
              <a:t>&gt;&gt; TAC_1=[Drink_Diary_Data_5122_A(1).t_TAC',Drink_Diary_Data_5122_A(1).</a:t>
            </a:r>
            <a:r>
              <a:rPr lang="en-US" sz="1200" dirty="0" err="1" smtClean="0"/>
              <a:t>data_TAC</a:t>
            </a:r>
            <a:r>
              <a:rPr lang="en-US" sz="1200" dirty="0" smtClean="0"/>
              <a:t>];</a:t>
            </a:r>
          </a:p>
          <a:p>
            <a:r>
              <a:rPr lang="en-US" sz="1200" dirty="0" smtClean="0"/>
              <a:t>&gt;&gt; [r1_r2_h_1] = </a:t>
            </a:r>
            <a:r>
              <a:rPr lang="en-US" sz="1200" dirty="0" err="1" smtClean="0"/>
              <a:t>BrAC_Estimator_Filter_Design</a:t>
            </a:r>
            <a:r>
              <a:rPr lang="en-US" sz="1200" dirty="0" smtClean="0"/>
              <a:t>(BrAC_1,TAC_1);</a:t>
            </a:r>
          </a:p>
          <a:p>
            <a:r>
              <a:rPr lang="en-US" sz="1200" dirty="0" smtClean="0"/>
              <a:t>&gt;&gt; BrAC_2=[Drink_Diary_Data_5122_A(2).t_BrAC',Drink_Diary_Data_5122_A(2).</a:t>
            </a:r>
            <a:r>
              <a:rPr lang="en-US" sz="1200" dirty="0" err="1" smtClean="0"/>
              <a:t>data_BrAC</a:t>
            </a:r>
            <a:r>
              <a:rPr lang="en-US" sz="1200" dirty="0" smtClean="0"/>
              <a:t>];</a:t>
            </a:r>
          </a:p>
          <a:p>
            <a:r>
              <a:rPr lang="en-US" sz="1200" dirty="0" smtClean="0"/>
              <a:t>&gt;&gt; TAC_2=[Drink_Diary_Data_5122_A(2).t_TAC',Drink_Diary_Data_5122_A(2).</a:t>
            </a:r>
            <a:r>
              <a:rPr lang="en-US" sz="1200" dirty="0" err="1" smtClean="0"/>
              <a:t>data_TAC</a:t>
            </a:r>
            <a:r>
              <a:rPr lang="en-US" sz="1200" dirty="0" smtClean="0"/>
              <a:t>];</a:t>
            </a:r>
          </a:p>
          <a:p>
            <a:r>
              <a:rPr lang="en-US" sz="1200" dirty="0" smtClean="0"/>
              <a:t>&gt;&gt; [</a:t>
            </a:r>
            <a:r>
              <a:rPr lang="en-US" sz="1200" dirty="0" err="1" smtClean="0"/>
              <a:t>Est_BrAC_TAC</a:t>
            </a:r>
            <a:r>
              <a:rPr lang="en-US" sz="1200" dirty="0" smtClean="0"/>
              <a:t>] = BrAC_Est_0_G_1_FD(TAC_2,r1_r2_h_1);</a:t>
            </a:r>
          </a:p>
          <a:p>
            <a:r>
              <a:rPr lang="en-US" sz="1200" dirty="0" smtClean="0"/>
              <a:t>&gt;&gt; </a:t>
            </a:r>
            <a:endParaRPr 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7629896" y="4702629"/>
            <a:ext cx="3521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Load </a:t>
            </a:r>
            <a:r>
              <a:rPr lang="en-US" sz="1400" dirty="0" err="1" smtClean="0">
                <a:solidFill>
                  <a:srgbClr val="FF0000"/>
                </a:solidFill>
              </a:rPr>
              <a:t>BrAC</a:t>
            </a:r>
            <a:r>
              <a:rPr lang="en-US" sz="1400" dirty="0" smtClean="0">
                <a:solidFill>
                  <a:srgbClr val="FF0000"/>
                </a:solidFill>
              </a:rPr>
              <a:t> and TAC for episode 1 into an array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72348" y="4956967"/>
            <a:ext cx="5206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Train on episode 1; put the trained filter and </a:t>
            </a:r>
            <a:r>
              <a:rPr lang="en-US" sz="1400" dirty="0" err="1" smtClean="0">
                <a:solidFill>
                  <a:srgbClr val="FF0000"/>
                </a:solidFill>
              </a:rPr>
              <a:t>reg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err="1" smtClean="0">
                <a:solidFill>
                  <a:srgbClr val="FF0000"/>
                </a:solidFill>
              </a:rPr>
              <a:t>parms</a:t>
            </a:r>
            <a:r>
              <a:rPr lang="en-US" sz="1400" dirty="0" smtClean="0">
                <a:solidFill>
                  <a:srgbClr val="FF0000"/>
                </a:solidFill>
              </a:rPr>
              <a:t> in  r1_r2_h_1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53647" y="5228627"/>
            <a:ext cx="3521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Load </a:t>
            </a:r>
            <a:r>
              <a:rPr lang="en-US" sz="1400" dirty="0" err="1" smtClean="0">
                <a:solidFill>
                  <a:srgbClr val="FF0000"/>
                </a:solidFill>
              </a:rPr>
              <a:t>BrAC</a:t>
            </a:r>
            <a:r>
              <a:rPr lang="en-US" sz="1400" dirty="0" smtClean="0">
                <a:solidFill>
                  <a:srgbClr val="FF0000"/>
                </a:solidFill>
              </a:rPr>
              <a:t> and TAC for episode 2 into an array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92812" y="5536404"/>
            <a:ext cx="48587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Estimate </a:t>
            </a:r>
            <a:r>
              <a:rPr lang="en-US" sz="1400" dirty="0" err="1" smtClean="0">
                <a:solidFill>
                  <a:srgbClr val="FF0000"/>
                </a:solidFill>
              </a:rPr>
              <a:t>BrAC</a:t>
            </a:r>
            <a:r>
              <a:rPr lang="en-US" sz="1400" dirty="0" smtClean="0">
                <a:solidFill>
                  <a:srgbClr val="FF0000"/>
                </a:solidFill>
              </a:rPr>
              <a:t> for episode 2 using the filter trained on episode 1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16675" y="3784638"/>
            <a:ext cx="57349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Note that the two codes used below have comment blocks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at the top explaining the inputs and outputs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879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163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USC Dornsife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Gary Rosen</dc:creator>
  <cp:lastModifiedBy>Gary Rosen</cp:lastModifiedBy>
  <cp:revision>1</cp:revision>
  <dcterms:created xsi:type="dcterms:W3CDTF">2017-02-05T23:54:40Z</dcterms:created>
  <dcterms:modified xsi:type="dcterms:W3CDTF">2017-02-05T23:55:42Z</dcterms:modified>
</cp:coreProperties>
</file>